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360" y="0"/>
            <a:ext cx="9143280" cy="6856920"/>
          </a:xfrm>
          <a:prstGeom prst="rect">
            <a:avLst/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"/>
          <p:cNvSpPr/>
          <p:nvPr/>
        </p:nvSpPr>
        <p:spPr>
          <a:xfrm>
            <a:off x="244800" y="217440"/>
            <a:ext cx="8653320" cy="58777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"/>
          <p:cNvSpPr/>
          <p:nvPr/>
        </p:nvSpPr>
        <p:spPr>
          <a:xfrm>
            <a:off x="7184520" y="108720"/>
            <a:ext cx="815760" cy="1414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"/>
          <p:cNvSpPr/>
          <p:nvPr/>
        </p:nvSpPr>
        <p:spPr>
          <a:xfrm>
            <a:off x="81360" y="543960"/>
            <a:ext cx="8245080" cy="761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CV Website Project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Basem Elshoubky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React Portfolio Application</a:t>
            </a:r>
            <a:endParaRPr b="0" lang="en-GB" sz="3200" spc="-1" strike="noStrike"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720000" y="2752920"/>
            <a:ext cx="6839280" cy="318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Project Overview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Personal CV Website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Built with React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Single Page Application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Interactive UI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Technologies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React.js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JavaScript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CSS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React Icons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Framer Motion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Architecture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main.jsx → App.jsx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App.jsx → Controller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Sidebar → Navigation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Components → Pages</a:t>
            </a:r>
            <a:endParaRPr b="0" lang="en-GB" sz="3200" spc="-1" strike="noStrike"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306760" y="2493720"/>
            <a:ext cx="2432520" cy="29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 ↓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Sidebar (UI)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 ↓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App State (useState)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 ↓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Conditional Rendering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 ↓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Components (Pages)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 ↓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Styled UI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282640" y="1980000"/>
            <a:ext cx="2816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🎯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 Summary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Navigation Flow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User Click → Sidebar → setActive()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→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Conditional Rendering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→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Display Page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Components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40000" y="1620000"/>
            <a:ext cx="6119280" cy="32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components/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│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├──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Sidebar.jsx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├──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Home.jsx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├──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Resume.jsx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├──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Skills.jsx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├──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Contact.jsx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Resume Section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Timeline Layout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Structured Experience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Animated UI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Skills Section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Card-based design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Dynamic rendering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Progress bars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Contact Section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Contact Info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Interactive Form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Controlled Inputs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Key Concepts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182080" cy="415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Component-based design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useState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Conditional rendering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Reusable components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Live Demo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Demo of the application</a:t>
            </a:r>
            <a:endParaRPr b="0" lang="en-GB" sz="3200" spc="-1" strike="noStrike"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40800" y="2199600"/>
            <a:ext cx="7638480" cy="355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Challenges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State management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UI structure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Component design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Conclusion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Built full CV website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Applied React concepts</a:t>
            </a:r>
            <a:endParaRPr b="0" lang="en-GB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Ready for real-world use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LibreOffice/7.2.1.2$Windows_X86_64 LibreOffice_project/87b77fad49947c1441b67c559c339af8f3517e22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2026-04-23T12:33:53Z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